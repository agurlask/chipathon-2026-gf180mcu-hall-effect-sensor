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79316C7-80AC-4479-BE46-6F1B9F18510D}">
  <a:tblStyle styleId="{E79316C7-80AC-4479-BE46-6F1B9F18510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ad402b42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ad402b4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ad402b42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ad402b42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ad402b423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ad402b423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250987"/>
            <a:ext cx="8520600" cy="104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B9 Chop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426137"/>
            <a:ext cx="8520600" cy="5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CCIA for Linear Hall Effect Sensor</a:t>
            </a:r>
            <a:endParaRPr sz="1800">
              <a:solidFill>
                <a:schemeClr val="dk1"/>
              </a:solidFill>
            </a:endParaRPr>
          </a:p>
        </p:txBody>
      </p:sp>
      <p:graphicFrame>
        <p:nvGraphicFramePr>
          <p:cNvPr id="56" name="Google Shape;56;p13"/>
          <p:cNvGraphicFramePr/>
          <p:nvPr/>
        </p:nvGraphicFramePr>
        <p:xfrm>
          <a:off x="849250" y="26587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{E79316C7-80AC-4479-BE46-6F1B9F18510D}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0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Discord name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Affiliation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Experience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Role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27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alang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University of Florida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Master’s Student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Team lead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7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7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7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7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7" name="Google Shape;57;p13"/>
          <p:cNvSpPr txBox="1"/>
          <p:nvPr/>
        </p:nvSpPr>
        <p:spPr>
          <a:xfrm>
            <a:off x="753101" y="2252467"/>
            <a:ext cx="495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Team members (not read in presentation)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information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017725"/>
            <a:ext cx="4260300" cy="41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Goal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Enable monolithic magnetic sensing applications in GF180 technology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Build and evaluate sensor &amp; front-end for future projects (e.g., Hall sensor array, digital read-out)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Design (</a:t>
            </a:r>
            <a:r>
              <a:rPr i="1" lang="en" u="sng">
                <a:solidFill>
                  <a:schemeClr val="dk1"/>
                </a:solidFill>
                <a:highlight>
                  <a:srgbClr val="FFFFFF"/>
                </a:highlight>
              </a:rPr>
              <a:t>Pad Frame D - 10 pin, 1/16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)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Spinning current method [1] used to bias on-chip sensor (modulates hall voltage)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CCIA [2] amplifies and demodulates Hall voltage 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0832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Spinning removes sensor/amplifier offset and 1/f noise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Simple SPI configuration register used to control on-chip switches to enable several test configurations (test amplifier with voltage input, test sensor with off-chip amplifier, vary sensor bias current, etc.)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64" name="Google Shape;64;p14" title="chip_block_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017731"/>
            <a:ext cx="4572001" cy="3248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information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Application 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Many applications for monolithic magnetic sensors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083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Contact-less 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C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urrent Sensing [3]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083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Position/Velocity Sensing [4]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083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Biosensors [5]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Chipathon implementation will target lower bandwidth 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sensor (~10 kHz)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to reduce complexity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References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</a:rPr>
              <a:t>[1]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V. Mosser, N. Matringe and Y. Haddab, "A Spinning Current Circuit for Hall Measurements Down to the Nanotesla Range," in IEEE Transactions on Instrumentation and Measurement, vol. 66, no. 4, pp. 637-650, April 2017, doi: 10.1109/TIM.2017.2649858.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</a:rPr>
              <a:t>[2]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Q. Fan, F. Sebastiano, J. H. Huijsing and K. A. A. Makinwa, "A 1.8 $\mu$ W 60 nV$/\surd$ Hz Capacitively-Coupled Chopper Instrumentation Amplifier in 65 nm CMOS for Wireless Sensor Nodes," in IEEE Journal of Solid-State Circuits, vol. 46, no. 7, pp. 1534-1543, July 2011, doi: 10.1109/JSSC.2011.2143610.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</a:rPr>
              <a:t>[3]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M. Crescentini, M. Marchesi, A. Romani, M. Tartagni and P. A. Traverso, "A Broadband, On-Chip Sensor Based on Hall Effect for Current Measurements in Smart Power Circuits," in IEEE Transactions on Instrumentation and Measurement, vol. 67, no. 6, pp. 1470-1485, June 2018, doi: 10.1109/TIM.2018.2795248.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</a:rPr>
              <a:t>[4]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B. Wang, X. Lai, Z. Niu and L. Li, "A Fully Integrated Chopped Hall Sensor for Gear Rotation Measurements," in IEEE Transactions on Instrumentation and Measurement, vol. 74, pp. 1-11, 2025, Art no. 2001311, doi: 10.1109/TIM.2024.3522378.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</a:rPr>
              <a:t>[5]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S. Gambini, K. Skucha, P. P. Liu, J. Kim and R. Krigel, "A 10 kPixel CMOS Hall Sensor Array With Baseline Suppression and Parallel Readout for Immunoassays," in IEEE Journal of Solid-State Circuits, vol. 48, no. 1, pp. 302-317, Jan. 2013, doi: 10.1109/JSSC.2012.2224531.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